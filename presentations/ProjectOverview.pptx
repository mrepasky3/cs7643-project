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66" r:id="rId6"/>
    <p:sldId id="257" r:id="rId7"/>
    <p:sldId id="258" r:id="rId8"/>
    <p:sldId id="259" r:id="rId9"/>
    <p:sldId id="262" r:id="rId10"/>
    <p:sldId id="263" r:id="rId11"/>
    <p:sldId id="265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B6C38-AB2E-45AC-921F-323ABC511C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57F70-C39A-4A70-B96A-DEA7AA1C1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0268F-CC74-408E-A66E-D2A5E2B4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F3001-A52D-475B-B09F-5D2051929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CE76DC-0580-4F80-9402-B9318D74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6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9E43A-9787-49C0-A184-F504FD19E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03277-D39B-4EB7-A5D3-BD6258EF4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2F5F1A-5BB1-46B7-884D-DA6C0F2B1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51124-26BE-49EE-B6BE-3727F69F7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B73CD-24DA-42A3-8DD2-FCDB0348B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18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9FE6-4157-4F16-8FD2-2AB929C70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B7B404-0E8A-4109-9ECC-EE4D8AE6A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B117B-2CC9-447D-AB80-005D4ED2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8E69E-B301-4956-A649-D4FD5321C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2EC1A-0935-4AAF-82C1-D84F68BCE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21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B9E63-4212-4C4A-8002-7F3544E3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51F5-B064-4E04-B769-5C333612D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F690F6-CDFF-4BA4-9FA5-D7AE00320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FCABA-4067-4345-9C21-4E42F41F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5814F0-9F89-4B24-B0C2-37245660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F3295-209B-49CC-B4EE-7C84F3C65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77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54A57-49DE-4509-A89C-83E3D65E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049C6-86F3-40C7-B629-26586DAA3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3B3DF8-9E0A-4547-A9C9-D714DF618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E6A4CE-A644-4A3A-8977-1F1F5EDE85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AA9BA-64AD-4AC6-AF02-C5767D7C36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D09FD7-A815-4D30-A4D7-7876A0E27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F6562C-963A-4BED-8AB3-80F5A2DB4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9704B-C2D8-4533-91CF-36B53B6A8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85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F625-31A8-44C6-BB45-22DF2B608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D23333-AA7E-4FE8-BD5C-D5632A984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4BA499-389D-4795-B0FE-E263D0A7A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23790A-0C0D-43CB-85DC-B6D44571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0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397E8-6158-44CE-A9F9-A0146ACF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CA5C17-E3DB-4BF0-9068-A76865CE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C65E8-4CFE-4F29-B240-E8E46F037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464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C0F1C-4ABF-44D4-BA63-3C483F78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76AB5-6AA7-4EBA-8713-4F3329691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B7E81-F277-44CD-ABA0-B7C253B360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99B4E3-B131-4770-8754-6A49861B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71D6B-2DE8-4094-A97A-2B601C61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01DB0A-5EE5-4ACF-8B05-454DC33B1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3C6F-545E-4298-AB11-CCEF6FC89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895AB4-D853-48CD-8F16-9F39598365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67E55C-DA87-40EA-8800-97766DDE24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8E93C-9BE1-4A29-81E9-3A43AD15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7720D9-88E4-42C7-89F8-00A742783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33A7B-21F7-4681-971B-C1139284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168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DEA6-9694-4F55-9841-4008A1D98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0D17A5-5454-499C-A189-D6A71CDD8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2BA8B-59F1-41C5-9679-EFD8B8E42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FE80D-A6BF-4B18-95AD-CFA42793A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19152-B6BD-4118-A123-4B30079D3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15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5CE54F-BDEC-4CA8-9AEA-F0060EB1BC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D9087B-EE45-43C8-8D53-ABCCE79D5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1B16A-5B22-4F84-BC50-E3D581A3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D48B5-FD06-4713-8A75-100B67E1A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AAFB9-3617-4520-AE11-87EDB166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8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5A8C2-D703-4400-A260-D6AB8F11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704B5-DC93-4DBA-844D-6E67E144E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A4C27-2F66-47C2-98A8-E62613A436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F2048-F6F8-4085-B56D-02B5639C1AB5}" type="datetimeFigureOut">
              <a:rPr lang="en-US" smtClean="0"/>
              <a:t>11/18/2021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3A7B7-07EC-448B-8A00-2A1AE526A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4EBEA-38F7-4223-8BBA-D2E85890D6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25367-1BFE-4951-8C61-F401973937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234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ordonjo.github.io/post/deepsets_np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1703.06114.pdf" TargetMode="External"/><Relationship Id="rId2" Type="http://schemas.openxmlformats.org/officeDocument/2006/relationships/hyperlink" Target="https://arxiv.org/pdf/1706.03762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1810.00825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20E4FD-5856-4652-B5D6-5E8604218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965797"/>
            <a:ext cx="9290457" cy="1597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A49C4-403F-4A8E-9F80-9E1D51E9C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399" y="2593099"/>
            <a:ext cx="9156587" cy="15885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CFC8B6-5140-4190-81DA-B968B7764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400" y="4212929"/>
            <a:ext cx="3525197" cy="1552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6AA8D2-10D1-4C4D-9303-703547A099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871" y="4294709"/>
            <a:ext cx="3657600" cy="2438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B289EF7-71D5-4299-A8C2-19E4BFF42FA2}"/>
              </a:ext>
            </a:extLst>
          </p:cNvPr>
          <p:cNvSpPr txBox="1"/>
          <p:nvPr/>
        </p:nvSpPr>
        <p:spPr>
          <a:xfrm>
            <a:off x="2041998" y="318961"/>
            <a:ext cx="269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self-attention results: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E37A23-3561-4180-AEE9-DF4C10332B10}"/>
              </a:ext>
            </a:extLst>
          </p:cNvPr>
          <p:cNvSpPr txBox="1"/>
          <p:nvPr/>
        </p:nvSpPr>
        <p:spPr>
          <a:xfrm>
            <a:off x="2971800" y="6086475"/>
            <a:ext cx="4225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~45 min training on my computer (no GPU)</a:t>
            </a:r>
          </a:p>
        </p:txBody>
      </p:sp>
    </p:spTree>
    <p:extLst>
      <p:ext uri="{BB962C8B-B14F-4D97-AF65-F5344CB8AC3E}">
        <p14:creationId xmlns:p14="http://schemas.microsoft.com/office/powerpoint/2010/main" val="19428127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0992C8-8196-4E9F-A661-22495C25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175" y="4276725"/>
            <a:ext cx="3905250" cy="2495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927396-6A66-4A24-8685-4422E374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85775"/>
            <a:ext cx="5162550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839DC3-5C99-4347-80EF-EC2DA2672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2390775"/>
            <a:ext cx="8686800" cy="1695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C6EDF-1CB3-494F-888F-BBFD7BE54B82}"/>
              </a:ext>
            </a:extLst>
          </p:cNvPr>
          <p:cNvSpPr txBox="1"/>
          <p:nvPr/>
        </p:nvSpPr>
        <p:spPr>
          <a:xfrm>
            <a:off x="1727904" y="116443"/>
            <a:ext cx="2331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deep sets results:</a:t>
            </a:r>
          </a:p>
        </p:txBody>
      </p:sp>
    </p:spTree>
    <p:extLst>
      <p:ext uri="{BB962C8B-B14F-4D97-AF65-F5344CB8AC3E}">
        <p14:creationId xmlns:p14="http://schemas.microsoft.com/office/powerpoint/2010/main" val="10986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C39FA-32AB-4629-B102-65400303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9790D-D677-4DF5-8B23-2ABCE1EA6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Could you make it so that the max number of entities in a set is a variable when we pull in the data?</a:t>
            </a:r>
          </a:p>
          <a:p>
            <a:pPr lvl="1"/>
            <a:r>
              <a:rPr lang="en-US" dirty="0"/>
              <a:t>Want to lower it for training and increase it for testing</a:t>
            </a:r>
          </a:p>
          <a:p>
            <a:pPr lvl="1"/>
            <a:r>
              <a:rPr lang="en-US" dirty="0"/>
              <a:t>Also an option to have it fixed or variable would be super helpful</a:t>
            </a:r>
          </a:p>
          <a:p>
            <a:r>
              <a:rPr lang="en-US" dirty="0"/>
              <a:t>Get a warning when loading data sets</a:t>
            </a:r>
          </a:p>
        </p:txBody>
      </p:sp>
    </p:spTree>
    <p:extLst>
      <p:ext uri="{BB962C8B-B14F-4D97-AF65-F5344CB8AC3E}">
        <p14:creationId xmlns:p14="http://schemas.microsoft.com/office/powerpoint/2010/main" val="2513692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286-BD5D-4F4C-AE60-50C60472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AC1C1-FED8-4E75-B293-653EF8EBC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network</a:t>
            </a:r>
          </a:p>
          <a:p>
            <a:r>
              <a:rPr lang="en-US" dirty="0"/>
              <a:t>Simple problem set-up</a:t>
            </a:r>
          </a:p>
          <a:p>
            <a:r>
              <a:rPr lang="en-US" dirty="0"/>
              <a:t>Experiments</a:t>
            </a:r>
          </a:p>
          <a:p>
            <a:pPr lvl="1"/>
            <a:r>
              <a:rPr lang="en-US" dirty="0"/>
              <a:t>Probably want GPU for training, or just run overnights</a:t>
            </a:r>
          </a:p>
        </p:txBody>
      </p:sp>
    </p:spTree>
    <p:extLst>
      <p:ext uri="{BB962C8B-B14F-4D97-AF65-F5344CB8AC3E}">
        <p14:creationId xmlns:p14="http://schemas.microsoft.com/office/powerpoint/2010/main" val="943714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DAB1E-4892-496D-94BE-18AFA2A8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60028-0704-406E-B333-4DEA45E685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9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87FDD-FB2D-4F24-A731-1CFFC732C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Networks used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AC322-A356-43C9-ADAB-19C76E51A3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Sequence models:</a:t>
                </a:r>
              </a:p>
              <a:p>
                <a:pPr lvl="1"/>
                <a:r>
                  <a:rPr lang="en-US" dirty="0"/>
                  <a:t>LSTM</a:t>
                </a:r>
              </a:p>
              <a:p>
                <a:r>
                  <a:rPr lang="en-US" dirty="0"/>
                  <a:t>Self-attention</a:t>
                </a:r>
              </a:p>
              <a:p>
                <a:pPr lvl="1"/>
                <a:r>
                  <a:rPr lang="en-US" dirty="0"/>
                  <a:t>Single head and multi-head</a:t>
                </a:r>
              </a:p>
              <a:p>
                <a:pPr lvl="1"/>
                <a:r>
                  <a:rPr lang="en-US" dirty="0"/>
                  <a:t>Could look at different attention methods, I am a bit fuzzy on them</a:t>
                </a:r>
              </a:p>
              <a:p>
                <a:r>
                  <a:rPr lang="en-US" dirty="0" err="1"/>
                  <a:t>DeepSets</a:t>
                </a:r>
                <a:endParaRPr lang="en-US" dirty="0"/>
              </a:p>
              <a:p>
                <a:pPr lvl="1"/>
                <a:r>
                  <a:rPr lang="en-US" dirty="0"/>
                  <a:t>I think this is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𝑝𝑜𝑜𝑙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lang="en-US" dirty="0"/>
                  <a:t> but the paper is all weird about it. This blog post says it is just this </a:t>
                </a:r>
                <a:r>
                  <a:rPr lang="en-US" dirty="0" err="1"/>
                  <a:t>equaton</a:t>
                </a:r>
                <a:r>
                  <a:rPr lang="en-US" dirty="0"/>
                  <a:t> though (</a:t>
                </a:r>
                <a:r>
                  <a:rPr lang="en-US" dirty="0">
                    <a:hlinkClick r:id="rId2"/>
                  </a:rPr>
                  <a:t>https://gordonjo.github.io/post/deepsets_nps/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Set Transformer</a:t>
                </a:r>
              </a:p>
              <a:p>
                <a:pPr lvl="1"/>
                <a:r>
                  <a:rPr lang="en-US" dirty="0"/>
                  <a:t>The rest of these I either have or could set up quickly, this one I don’t know how to do and would take some work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EAC322-A356-43C9-ADAB-19C76E51A3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280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092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ED72-C988-4337-AFCC-01D76D34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1: Toy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4DCA9-2DA4-4DE0-B961-3B74499620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set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output 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04DCA9-2DA4-4DE0-B961-3B7449962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2078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981A8-EB9C-4CB7-9CF6-C649382C2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2: MNIST max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2E5BD-F1C7-4178-81A5-04F736660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set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</m:t>
                    </m:r>
                  </m:oMath>
                </a14:m>
                <a:r>
                  <a:rPr lang="en-US" dirty="0"/>
                  <a:t> is an image from MNIST</a:t>
                </a:r>
              </a:p>
              <a:p>
                <a:pPr lvl="1"/>
                <a:r>
                  <a:rPr lang="en-US" dirty="0"/>
                  <a:t>2a: Max value represented by an image</a:t>
                </a:r>
              </a:p>
              <a:p>
                <a:pPr lvl="1"/>
                <a:r>
                  <a:rPr lang="en-US" dirty="0"/>
                  <a:t>2b: Range in set (i.e.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𝑚𝑎𝑥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𝑚𝑖𝑛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2c: Product of two largest values</a:t>
                </a:r>
              </a:p>
              <a:p>
                <a:pPr lvl="1"/>
                <a:r>
                  <a:rPr lang="en-US" dirty="0"/>
                  <a:t>2d: Which digit is in data set twice?</a:t>
                </a:r>
              </a:p>
              <a:p>
                <a:endParaRPr lang="en-US" dirty="0"/>
              </a:p>
              <a:p>
                <a:r>
                  <a:rPr lang="en-US" dirty="0"/>
                  <a:t>Note: For image, embedding network is a few CNN/pooling layers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82E5BD-F1C7-4178-81A5-04F736660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01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48E46-955F-4366-8623-46689B08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3: Counting Unique Characters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F3816-9764-4BA9-9123-72BA22110B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 set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𝑖𝑚</m:t>
                    </m:r>
                  </m:oMath>
                </a14:m>
                <a:r>
                  <a:rPr lang="en-US" dirty="0"/>
                  <a:t> is an image from </a:t>
                </a:r>
                <a:r>
                  <a:rPr lang="en-US" dirty="0" err="1"/>
                  <a:t>Omniglot</a:t>
                </a:r>
                <a:endParaRPr lang="en-US" dirty="0"/>
              </a:p>
              <a:p>
                <a:pPr lvl="1"/>
                <a:r>
                  <a:rPr lang="en-US" dirty="0" err="1"/>
                  <a:t>Omniglot</a:t>
                </a:r>
                <a:r>
                  <a:rPr lang="en-US" dirty="0"/>
                  <a:t> consists of 1,623 different handwritten characters from various alphabets, where each character is represented by 20 different images</a:t>
                </a:r>
              </a:p>
              <a:p>
                <a:r>
                  <a:rPr lang="en-US" dirty="0"/>
                  <a:t>Output is number of unique characters in that set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1F3816-9764-4BA9-9123-72BA22110B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375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718C7-F1DF-404E-9B4E-5DFC80616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3516F-2F7E-41D1-A0A4-E572459C3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</a:t>
            </a:r>
          </a:p>
          <a:p>
            <a:r>
              <a:rPr lang="en-US" dirty="0"/>
              <a:t>Training time</a:t>
            </a:r>
          </a:p>
          <a:p>
            <a:r>
              <a:rPr lang="en-US" dirty="0"/>
              <a:t>Evaluation time</a:t>
            </a:r>
          </a:p>
        </p:txBody>
      </p:sp>
    </p:spTree>
    <p:extLst>
      <p:ext uri="{BB962C8B-B14F-4D97-AF65-F5344CB8AC3E}">
        <p14:creationId xmlns:p14="http://schemas.microsoft.com/office/powerpoint/2010/main" val="3200039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FD5E4-9EFC-4242-AA08-495A0E28F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6F378-D7D5-4B3B-AA41-4DBA4E0F9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 data sets</a:t>
            </a:r>
          </a:p>
          <a:p>
            <a:r>
              <a:rPr lang="en-US" dirty="0"/>
              <a:t>Make networks</a:t>
            </a:r>
          </a:p>
          <a:p>
            <a:r>
              <a:rPr lang="en-US" dirty="0"/>
              <a:t>Train networks</a:t>
            </a:r>
          </a:p>
          <a:p>
            <a:r>
              <a:rPr lang="en-US" dirty="0"/>
              <a:t>Write paper</a:t>
            </a:r>
          </a:p>
        </p:txBody>
      </p:sp>
    </p:spTree>
    <p:extLst>
      <p:ext uri="{BB962C8B-B14F-4D97-AF65-F5344CB8AC3E}">
        <p14:creationId xmlns:p14="http://schemas.microsoft.com/office/powerpoint/2010/main" val="35817975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17FF-C6C4-4E71-AE62-1AEC8F04F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4A7F9-0D24-4511-B679-1532386FA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Attention is all you need </a:t>
            </a:r>
            <a:r>
              <a:rPr lang="en-US" dirty="0">
                <a:hlinkClick r:id="rId2"/>
              </a:rPr>
              <a:t>https://arxiv.org/pdf/1706.03762.pdf</a:t>
            </a:r>
            <a:endParaRPr lang="en-US" dirty="0"/>
          </a:p>
          <a:p>
            <a:pPr lvl="1"/>
            <a:r>
              <a:rPr lang="en-US" dirty="0"/>
              <a:t>Probably find original self-attention paper</a:t>
            </a:r>
          </a:p>
          <a:p>
            <a:r>
              <a:rPr lang="en-US" dirty="0"/>
              <a:t>Deep Sets </a:t>
            </a:r>
            <a:r>
              <a:rPr lang="en-US" dirty="0">
                <a:hlinkClick r:id="rId3"/>
              </a:rPr>
              <a:t>https://arxiv.org/pdf/1703.06114.pdf</a:t>
            </a:r>
            <a:r>
              <a:rPr lang="en-US" dirty="0"/>
              <a:t> </a:t>
            </a:r>
          </a:p>
          <a:p>
            <a:r>
              <a:rPr lang="en-US" dirty="0"/>
              <a:t>Set Transformer </a:t>
            </a:r>
            <a:r>
              <a:rPr lang="en-US" dirty="0">
                <a:hlinkClick r:id="rId4"/>
              </a:rPr>
              <a:t>https://arxiv.org/pdf/1810.00825.pdf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737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389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To do:</vt:lpstr>
      <vt:lpstr>FIRST MEETING</vt:lpstr>
      <vt:lpstr>Networks used</vt:lpstr>
      <vt:lpstr>Experiment 1: Toy problem</vt:lpstr>
      <vt:lpstr>Experiment 2: MNIST max</vt:lpstr>
      <vt:lpstr>Experiment 3: Counting Unique Characters</vt:lpstr>
      <vt:lpstr>Metrics</vt:lpstr>
      <vt:lpstr>Plan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Networks used</dc:title>
  <dc:creator>Swanson, Samuel J</dc:creator>
  <cp:lastModifiedBy>Swanson, Samuel J</cp:lastModifiedBy>
  <cp:revision>2</cp:revision>
  <dcterms:created xsi:type="dcterms:W3CDTF">2021-11-11T18:01:00Z</dcterms:created>
  <dcterms:modified xsi:type="dcterms:W3CDTF">2021-11-18T19:00:26Z</dcterms:modified>
</cp:coreProperties>
</file>